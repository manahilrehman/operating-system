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0" r:id="rId6"/>
    <p:sldId id="273" r:id="rId7"/>
    <p:sldId id="261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69" r:id="rId16"/>
    <p:sldId id="270" r:id="rId17"/>
    <p:sldId id="271" r:id="rId18"/>
    <p:sldId id="257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rowser_engine" TargetMode="External"/><Relationship Id="rId4" Type="http://schemas.openxmlformats.org/officeDocument/2006/relationships/hyperlink" Target="https://youtu.be/mxT233EdY5c" TargetMode="External"/><Relationship Id="rId3" Type="http://schemas.openxmlformats.org/officeDocument/2006/relationships/hyperlink" Target="https://youtu.be/21eFwbb48sE" TargetMode="External"/><Relationship Id="rId2" Type="http://schemas.openxmlformats.org/officeDocument/2006/relationships/hyperlink" Target="https://www.mozilla.org/en-US/firefox/browsers/what-is-a-browser/" TargetMode="External"/><Relationship Id="rId1" Type="http://schemas.openxmlformats.org/officeDocument/2006/relationships/hyperlink" Target="https://www.nginx.com/resources/glossary/web-server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16448"/>
            <a:ext cx="12192000" cy="2260316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7000" b="1" dirty="0" smtClean="0"/>
              <a:t>What is a Web Server?</a:t>
            </a:r>
            <a:br>
              <a:rPr lang="en-US" sz="7000" b="1" dirty="0" smtClean="0"/>
            </a:br>
            <a:r>
              <a:rPr lang="en-US" sz="5000" b="1" dirty="0" smtClean="0"/>
              <a:t>And how it Works?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638" y="3533142"/>
            <a:ext cx="6504723" cy="1893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Server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 server is a </a:t>
            </a:r>
            <a:r>
              <a:rPr lang="en-US" dirty="0" smtClean="0"/>
              <a:t>computer that </a:t>
            </a:r>
            <a:r>
              <a:rPr lang="en-US" dirty="0"/>
              <a:t>runs applications and services ranging from </a:t>
            </a:r>
            <a:r>
              <a:rPr lang="en-US" dirty="0" smtClean="0"/>
              <a:t>websites to </a:t>
            </a:r>
            <a:r>
              <a:rPr lang="en-US" dirty="0"/>
              <a:t>instant messaging.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It's </a:t>
            </a:r>
            <a:r>
              <a:rPr lang="en-US" dirty="0"/>
              <a:t>called a server because it </a:t>
            </a:r>
            <a:r>
              <a:rPr lang="en-US" dirty="0" smtClean="0"/>
              <a:t>provides a </a:t>
            </a:r>
            <a:r>
              <a:rPr lang="en-US" dirty="0"/>
              <a:t>service to another computer and its user also known as the client.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2" y="4068567"/>
            <a:ext cx="4633688" cy="27894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Center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Servers are </a:t>
            </a:r>
            <a:r>
              <a:rPr lang="en-US" dirty="0" smtClean="0"/>
              <a:t>typically </a:t>
            </a:r>
            <a:r>
              <a:rPr lang="en-US" dirty="0"/>
              <a:t>stored in something called a </a:t>
            </a:r>
            <a:r>
              <a:rPr lang="en-US" b="1" dirty="0"/>
              <a:t>data center </a:t>
            </a:r>
            <a:r>
              <a:rPr lang="en-US" dirty="0"/>
              <a:t>with hundreds or thousands of other servers, all running different services connected to the internet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977" y="3466977"/>
            <a:ext cx="3391023" cy="33910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There are many different systems in data </a:t>
            </a:r>
            <a:r>
              <a:rPr lang="en-US" dirty="0" smtClean="0"/>
              <a:t>centers </a:t>
            </a:r>
            <a:r>
              <a:rPr lang="en-US" dirty="0"/>
              <a:t>to ensure that servers have continuous </a:t>
            </a:r>
            <a:r>
              <a:rPr lang="en-US" dirty="0" smtClean="0"/>
              <a:t>power</a:t>
            </a:r>
            <a:r>
              <a:rPr lang="en-US" dirty="0"/>
              <a:t>, continuous internet connection and are </a:t>
            </a:r>
            <a:r>
              <a:rPr lang="en-US" dirty="0" smtClean="0"/>
              <a:t>kept </a:t>
            </a:r>
            <a:r>
              <a:rPr lang="en-US" dirty="0"/>
              <a:t>cooled 24 hours per day.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6032" y="3711952"/>
            <a:ext cx="6665968" cy="3264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Data Centers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Did you know that there are </a:t>
            </a:r>
            <a:r>
              <a:rPr lang="en-US" dirty="0" smtClean="0"/>
              <a:t>data centers </a:t>
            </a:r>
            <a:r>
              <a:rPr lang="en-US" dirty="0"/>
              <a:t>located all around the </a:t>
            </a:r>
            <a:r>
              <a:rPr lang="en-US" dirty="0" smtClean="0"/>
              <a:t>world?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3538" y="2784063"/>
            <a:ext cx="7180262" cy="40739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Centers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Many websites use these to allow you </a:t>
            </a:r>
            <a:r>
              <a:rPr lang="en-US" dirty="0" smtClean="0"/>
              <a:t>to access </a:t>
            </a:r>
            <a:r>
              <a:rPr lang="en-US" dirty="0"/>
              <a:t>your content quickly from the data center nearest to you.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data center servers are </a:t>
            </a:r>
            <a:r>
              <a:rPr lang="en-US" dirty="0" smtClean="0"/>
              <a:t>built based </a:t>
            </a:r>
            <a:r>
              <a:rPr lang="en-US" dirty="0"/>
              <a:t>on the service purpose.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</a:t>
            </a:r>
            <a:r>
              <a:rPr lang="en-US" dirty="0" smtClean="0"/>
              <a:t>, if </a:t>
            </a:r>
            <a:r>
              <a:rPr lang="en-US" dirty="0"/>
              <a:t>the server is only to be used for storing images</a:t>
            </a:r>
            <a:r>
              <a:rPr lang="en-US" dirty="0" smtClean="0"/>
              <a:t>, it </a:t>
            </a:r>
            <a:r>
              <a:rPr lang="en-US" dirty="0"/>
              <a:t>might have a lot of hard drive space.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2732" y="4760848"/>
            <a:ext cx="4969267" cy="2097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Centers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Whereas a server computing complex calculations might need a fast processor and a lot of memory.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usually referred to as a server hardware. The physical components of a server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Once the server hardware is installed in 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data center, a piece of code can now run. 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963" y="4158636"/>
            <a:ext cx="4089489" cy="2678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Centers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code that runs on the </a:t>
            </a:r>
            <a:r>
              <a:rPr lang="en-US" dirty="0" smtClean="0"/>
              <a:t>hardware is </a:t>
            </a:r>
            <a:r>
              <a:rPr lang="en-US" dirty="0"/>
              <a:t>commonly known as </a:t>
            </a:r>
            <a:r>
              <a:rPr lang="en-US" b="1" dirty="0"/>
              <a:t>software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One </a:t>
            </a:r>
            <a:r>
              <a:rPr lang="en-US" dirty="0"/>
              <a:t>way I like to remember this is </a:t>
            </a:r>
            <a:r>
              <a:rPr lang="en-US" dirty="0" smtClean="0"/>
              <a:t>to think </a:t>
            </a:r>
            <a:r>
              <a:rPr lang="en-US" dirty="0"/>
              <a:t>of hardware as something you can physically touch and is difficult to change as you </a:t>
            </a:r>
            <a:r>
              <a:rPr lang="en-US" dirty="0" smtClean="0"/>
              <a:t>need to </a:t>
            </a:r>
            <a:r>
              <a:rPr lang="en-US" dirty="0"/>
              <a:t>physically replace components. 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578" y="4561727"/>
            <a:ext cx="4953051" cy="2275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Centers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Software is soft or easy to change. You just replace the code running on the </a:t>
            </a:r>
            <a:r>
              <a:rPr lang="en-US" dirty="0" smtClean="0"/>
              <a:t>server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8126" y="4551453"/>
            <a:ext cx="4953051" cy="2275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Server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The services on a server can </a:t>
            </a:r>
            <a:r>
              <a:rPr lang="en-US" dirty="0" smtClean="0"/>
              <a:t>run, </a:t>
            </a:r>
            <a:r>
              <a:rPr lang="en-US" dirty="0"/>
              <a:t>can </a:t>
            </a:r>
            <a:r>
              <a:rPr lang="en-US" dirty="0" smtClean="0"/>
              <a:t>vary, </a:t>
            </a:r>
            <a:r>
              <a:rPr lang="en-US" dirty="0"/>
              <a:t>but in this lecture you will learn </a:t>
            </a:r>
            <a:r>
              <a:rPr lang="en-US" dirty="0" smtClean="0"/>
              <a:t>more about </a:t>
            </a:r>
            <a:r>
              <a:rPr lang="en-US" dirty="0"/>
              <a:t>a type of </a:t>
            </a:r>
            <a:r>
              <a:rPr lang="en-US" b="1" dirty="0"/>
              <a:t>service software </a:t>
            </a:r>
            <a:r>
              <a:rPr lang="en-US" dirty="0"/>
              <a:t>known as a </a:t>
            </a:r>
            <a:r>
              <a:rPr lang="en-US" b="1" dirty="0"/>
              <a:t>web server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2638" y="4232952"/>
            <a:ext cx="1971569" cy="2388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Server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A web server has many </a:t>
            </a:r>
            <a:r>
              <a:rPr lang="en-US" dirty="0" smtClean="0"/>
              <a:t>functions which </a:t>
            </a:r>
            <a:r>
              <a:rPr lang="en-US" dirty="0"/>
              <a:t>includes website storage and administration, data storage</a:t>
            </a:r>
            <a:r>
              <a:rPr lang="en-US" dirty="0" smtClean="0"/>
              <a:t>, security </a:t>
            </a:r>
            <a:r>
              <a:rPr lang="en-US" dirty="0"/>
              <a:t>and managing email.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3895474"/>
            <a:ext cx="8432800" cy="29625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770" y="4523376"/>
            <a:ext cx="6633681" cy="23140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Another primary function is to handle something known as a web request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When you open a browser on your device and type the name of the website, it's the job of the web server to send you back to that website's content. 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 Server (Request-Response Cycle)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This process is known as the request response cycle and you will learn more about it later.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770" y="4523376"/>
            <a:ext cx="6633681" cy="2314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Server (Request-Response Cycle)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Web servers are also designed to </a:t>
            </a:r>
            <a:r>
              <a:rPr lang="en-US" dirty="0" smtClean="0"/>
              <a:t>respond to </a:t>
            </a:r>
            <a:r>
              <a:rPr lang="en-US" dirty="0"/>
              <a:t>thousands of requests from clients per second.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2543" y="3606800"/>
            <a:ext cx="8281257" cy="3090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In this </a:t>
            </a:r>
            <a:r>
              <a:rPr lang="en-US" dirty="0" smtClean="0"/>
              <a:t>lecture, you </a:t>
            </a:r>
            <a:r>
              <a:rPr lang="en-US" dirty="0"/>
              <a:t>learned about web servers and how they consist of hardware and software. </a:t>
            </a:r>
            <a:endParaRPr lang="en-US" dirty="0" smtClean="0"/>
          </a:p>
          <a:p>
            <a:pPr algn="just">
              <a:lnSpc>
                <a:spcPct val="200000"/>
              </a:lnSpc>
            </a:pPr>
            <a:r>
              <a:rPr lang="en-US" dirty="0" smtClean="0"/>
              <a:t>You </a:t>
            </a:r>
            <a:r>
              <a:rPr lang="en-US" dirty="0"/>
              <a:t>also learned that one of the </a:t>
            </a:r>
            <a:r>
              <a:rPr lang="en-US" dirty="0" smtClean="0"/>
              <a:t>primary roles </a:t>
            </a:r>
            <a:r>
              <a:rPr lang="en-US" dirty="0"/>
              <a:t>of a web server is to respond to web requests from the client.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1800" spc="-10" dirty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kern="1800" spc="-10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552"/>
            <a:ext cx="10515600" cy="5118537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dirty="0" smtClean="0"/>
              <a:t>L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earn more</a:t>
            </a:r>
            <a:r>
              <a:rPr lang="en-US" dirty="0" smtClean="0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Here is a list of resources that may be helpful as you continue your learning journey.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Server? (NGINX)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https://www.nginx.com/resources/glossary/web-server/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a Web Browser? (Mozilla)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https://www.mozilla.org/en-US/firefox/browsers/what-is-a-browser/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Who invented the Internet? And why? (</a:t>
            </a:r>
            <a:r>
              <a:rPr lang="en-US" b="1" dirty="0" err="1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Kurzgesagt</a:t>
            </a: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https://youtu.be/21eFwbb48sE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What is Cloud Computing? (Amazon)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https://youtu.be/mxT233EdY5c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b="1" dirty="0" smtClean="0">
                <a:solidFill>
                  <a:srgbClr val="1F1F1F"/>
                </a:solidFill>
                <a:latin typeface="unset"/>
                <a:ea typeface="Times New Roman" panose="02020603050405020304" pitchFamily="18" charset="0"/>
                <a:cs typeface="Arial" panose="020B0604020202020204" pitchFamily="34" charset="0"/>
              </a:rPr>
              <a:t>Browser Engines (Wikipedia)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56D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https://en.wikipedia.org/wiki/Browser_engine</a:t>
            </a:r>
            <a:endParaRPr lang="en-US" sz="32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3095</Words>
  <Application>WPS Presentation</Application>
  <PresentationFormat>Widescreen</PresentationFormat>
  <Paragraphs>89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unset</vt:lpstr>
      <vt:lpstr>Segoe Print</vt:lpstr>
      <vt:lpstr>Calibri</vt:lpstr>
      <vt:lpstr>Book Antiqua</vt:lpstr>
      <vt:lpstr>Calibri Light</vt:lpstr>
      <vt:lpstr>Microsoft YaHei</vt:lpstr>
      <vt:lpstr>Arial Unicode MS</vt:lpstr>
      <vt:lpstr>Office Theme</vt:lpstr>
      <vt:lpstr>What is a Web Server? And how it Works?</vt:lpstr>
      <vt:lpstr>Web Server</vt:lpstr>
      <vt:lpstr>Data Center</vt:lpstr>
      <vt:lpstr>Data Center</vt:lpstr>
      <vt:lpstr>Data Centers</vt:lpstr>
      <vt:lpstr>Data Centers</vt:lpstr>
      <vt:lpstr>Data Centers</vt:lpstr>
      <vt:lpstr>Data Centers</vt:lpstr>
      <vt:lpstr>Data Centers</vt:lpstr>
      <vt:lpstr>Web Server</vt:lpstr>
      <vt:lpstr>Web Server</vt:lpstr>
      <vt:lpstr>Web Server</vt:lpstr>
      <vt:lpstr>Web Server (Request-Response Cycle)</vt:lpstr>
      <vt:lpstr>Web Server (Request-Response Cycle)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18</cp:revision>
  <dcterms:created xsi:type="dcterms:W3CDTF">2023-01-28T07:00:00Z</dcterms:created>
  <dcterms:modified xsi:type="dcterms:W3CDTF">2026-09-08T14:20:10Z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64D9564203DA44228A9FA6DAD28506CE_12</vt:lpwstr>
  </property>
  <property fmtid="{D5CDD505-2E9C-101B-9397-08002B2CF9AE}" pid="3" name="KSOProductBuildVer">
    <vt:lpwstr>1033-12.1.0.28485</vt:lpwstr>
  </property>
</Properties>
</file>