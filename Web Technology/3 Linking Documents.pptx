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302" r:id="rId5"/>
    <p:sldId id="303" r:id="rId6"/>
    <p:sldId id="305" r:id="rId7"/>
    <p:sldId id="304" r:id="rId8"/>
    <p:sldId id="307" r:id="rId9"/>
    <p:sldId id="306" r:id="rId10"/>
    <p:sldId id="308" r:id="rId11"/>
    <p:sldId id="309" r:id="rId12"/>
    <p:sldId id="312" r:id="rId13"/>
    <p:sldId id="310" r:id="rId14"/>
    <p:sldId id="311" r:id="rId15"/>
    <p:sldId id="296" r:id="rId16"/>
    <p:sldId id="30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B1BB4-8323-4737-9B44-39FC44F75F3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F16DC-BA81-4DE2-A9E6-A3BD7350636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w3.org/TR/wai-aria-practices-1.2/" TargetMode="External"/><Relationship Id="rId4" Type="http://schemas.openxmlformats.org/officeDocument/2006/relationships/hyperlink" Target="https://w3c.github.io/html-aria/" TargetMode="External"/><Relationship Id="rId3" Type="http://schemas.openxmlformats.org/officeDocument/2006/relationships/hyperlink" Target="https://www.w3.org/TR/WD-DOM/introduction.html" TargetMode="External"/><Relationship Id="rId2" Type="http://schemas.openxmlformats.org/officeDocument/2006/relationships/hyperlink" Target="https://developer.mozilla.org/en-US/docs/Web/HTML/Element/form" TargetMode="External"/><Relationship Id="rId1" Type="http://schemas.openxmlformats.org/officeDocument/2006/relationships/hyperlink" Target="https://developer.mozilla.org/en-US/docs/Web/HTML/Element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534259"/>
            <a:ext cx="12192000" cy="141783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000" b="1" dirty="0" smtClean="0"/>
              <a:t>Linking</a:t>
            </a:r>
            <a:r>
              <a:rPr lang="en-US" sz="7000" b="1" dirty="0" smtClean="0"/>
              <a:t> </a:t>
            </a:r>
            <a:r>
              <a:rPr lang="en-US" sz="7000" b="1" dirty="0" smtClean="0"/>
              <a:t>Documents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74" y="2901967"/>
            <a:ext cx="2379430" cy="2379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Anchor Tags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By now you should know </a:t>
            </a:r>
            <a:r>
              <a:rPr lang="en-US" dirty="0" smtClean="0"/>
              <a:t>how to </a:t>
            </a:r>
            <a:r>
              <a:rPr lang="en-US" dirty="0"/>
              <a:t>build a basic webpage but how do you build a website?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Remember</a:t>
            </a:r>
            <a:r>
              <a:rPr lang="en-US" dirty="0"/>
              <a:t>, websites consists </a:t>
            </a:r>
            <a:r>
              <a:rPr lang="en-US" dirty="0" smtClean="0"/>
              <a:t>of multiple </a:t>
            </a:r>
            <a:r>
              <a:rPr lang="en-US" dirty="0"/>
              <a:t>webpages linked together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link pages together. You use the </a:t>
            </a:r>
            <a:r>
              <a:rPr lang="en-US" b="1" dirty="0">
                <a:solidFill>
                  <a:srgbClr val="C00000"/>
                </a:solidFill>
              </a:rPr>
              <a:t>anchor tag </a:t>
            </a:r>
            <a:r>
              <a:rPr lang="en-US" dirty="0" smtClean="0"/>
              <a:t>anchor tag </a:t>
            </a:r>
            <a:r>
              <a:rPr lang="en-US" dirty="0"/>
              <a:t>create </a:t>
            </a:r>
            <a:r>
              <a:rPr lang="en-US" b="1" dirty="0">
                <a:solidFill>
                  <a:srgbClr val="C00000"/>
                </a:solidFill>
              </a:rPr>
              <a:t>hyperlinks</a:t>
            </a:r>
            <a:r>
              <a:rPr lang="en-US" dirty="0"/>
              <a:t> or links as they are commonly known.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this </a:t>
            </a:r>
            <a:r>
              <a:rPr lang="en-US" dirty="0" smtClean="0"/>
              <a:t>lecture, </a:t>
            </a:r>
            <a:r>
              <a:rPr lang="en-US" dirty="0"/>
              <a:t>you will learn how to link different webpages together to create your own website.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my project folder. I now create a second webpage for Little Lemon that will </a:t>
            </a:r>
            <a:r>
              <a:rPr lang="en-US" dirty="0" smtClean="0"/>
              <a:t>contain the </a:t>
            </a:r>
            <a:r>
              <a:rPr lang="en-US" dirty="0"/>
              <a:t>address of the restaurants.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right click in the </a:t>
            </a:r>
            <a:r>
              <a:rPr lang="en-US" dirty="0" smtClean="0"/>
              <a:t>explorer panel </a:t>
            </a:r>
            <a:r>
              <a:rPr lang="en-US" dirty="0"/>
              <a:t>to create a new file and name it location.html. 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 use the same file structure created in my </a:t>
            </a:r>
            <a:r>
              <a:rPr lang="en-US" dirty="0" smtClean="0"/>
              <a:t>index.html file but add </a:t>
            </a:r>
            <a:r>
              <a:rPr lang="en-US" dirty="0"/>
              <a:t>new content. 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236" y="3213992"/>
            <a:ext cx="3913758" cy="35022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32" y="3213992"/>
            <a:ext cx="4419132" cy="3502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add a new H1 tag for the heading and type our location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Next I add a paragraph tag </a:t>
            </a:r>
            <a:r>
              <a:rPr lang="en-US" dirty="0" smtClean="0"/>
              <a:t>and insert </a:t>
            </a:r>
            <a:r>
              <a:rPr lang="en-US" dirty="0"/>
              <a:t>the address </a:t>
            </a:r>
            <a:r>
              <a:rPr lang="en-US" dirty="0" smtClean="0"/>
              <a:t>“123 </a:t>
            </a:r>
            <a:r>
              <a:rPr lang="en-US" dirty="0"/>
              <a:t>Rome Road</a:t>
            </a:r>
            <a:r>
              <a:rPr lang="en-US" dirty="0" smtClean="0"/>
              <a:t>, Main </a:t>
            </a:r>
            <a:r>
              <a:rPr lang="en-US" dirty="0"/>
              <a:t>Districts capital </a:t>
            </a:r>
            <a:r>
              <a:rPr lang="en-US" dirty="0" smtClean="0"/>
              <a:t>city”.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press control and S to save the file </a:t>
            </a:r>
            <a:r>
              <a:rPr lang="en-US" dirty="0" smtClean="0"/>
              <a:t>or command </a:t>
            </a:r>
            <a:r>
              <a:rPr lang="en-US" dirty="0"/>
              <a:t>and S on Mac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Now that my new file </a:t>
            </a:r>
            <a:r>
              <a:rPr lang="en-US" dirty="0" smtClean="0"/>
              <a:t>with the </a:t>
            </a:r>
            <a:r>
              <a:rPr lang="en-US" dirty="0"/>
              <a:t>restaurant location is created.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506" y="2080397"/>
            <a:ext cx="8630987" cy="4381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Let's navigate back to index.html </a:t>
            </a:r>
            <a:r>
              <a:rPr lang="en-US" dirty="0" smtClean="0"/>
              <a:t>to add </a:t>
            </a:r>
            <a:r>
              <a:rPr lang="en-US" dirty="0"/>
              <a:t>a link from there to location.html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Below the last </a:t>
            </a:r>
            <a:r>
              <a:rPr lang="en-US" dirty="0" smtClean="0"/>
              <a:t>paragraph tag </a:t>
            </a:r>
            <a:r>
              <a:rPr lang="en-US" dirty="0"/>
              <a:t>I add the anchor or </a:t>
            </a:r>
            <a:r>
              <a:rPr lang="en-US" b="1" dirty="0" smtClean="0">
                <a:solidFill>
                  <a:srgbClr val="C00000"/>
                </a:solidFill>
              </a:rPr>
              <a:t>&lt;a&gt;</a:t>
            </a:r>
            <a:r>
              <a:rPr lang="en-US" dirty="0" smtClean="0"/>
              <a:t> </a:t>
            </a:r>
            <a:r>
              <a:rPr lang="en-US" dirty="0"/>
              <a:t>tag followed by the </a:t>
            </a:r>
            <a:r>
              <a:rPr lang="en-US" b="1" dirty="0" err="1">
                <a:solidFill>
                  <a:srgbClr val="C00000"/>
                </a:solidFill>
              </a:rPr>
              <a:t>href</a:t>
            </a:r>
            <a:r>
              <a:rPr lang="en-US" dirty="0"/>
              <a:t> </a:t>
            </a:r>
            <a:r>
              <a:rPr lang="en-US" dirty="0" smtClean="0"/>
              <a:t>attribute or hypertext </a:t>
            </a:r>
            <a:r>
              <a:rPr lang="en-US" dirty="0"/>
              <a:t>reference.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typed the file name, location.html </a:t>
            </a:r>
            <a:r>
              <a:rPr lang="en-US" dirty="0" smtClean="0"/>
              <a:t>so that </a:t>
            </a:r>
            <a:r>
              <a:rPr lang="en-US" dirty="0"/>
              <a:t>my index.html file will link to it.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Within a tag I can also </a:t>
            </a:r>
            <a:r>
              <a:rPr lang="en-US" dirty="0" smtClean="0"/>
              <a:t>add a </a:t>
            </a:r>
            <a:r>
              <a:rPr lang="en-US" dirty="0"/>
              <a:t>descriptive text that is displayed as a link name on my web page. So I type </a:t>
            </a:r>
            <a:r>
              <a:rPr lang="en-US" dirty="0" smtClean="0"/>
              <a:t>“our location”.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text our location will now </a:t>
            </a:r>
            <a:r>
              <a:rPr lang="en-US" dirty="0" smtClean="0"/>
              <a:t>display on </a:t>
            </a:r>
            <a:r>
              <a:rPr lang="en-US" dirty="0"/>
              <a:t>the web page in the browser as a clickable link.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test see if it works. </a:t>
            </a: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I saved the file to update it with the changes and open it in my web browser by right clicking on the index.html file and selecting reveal in file Explorer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/>
              <a:t>I then double click on the index file. </a:t>
            </a:r>
            <a:r>
              <a:rPr lang="en-US" dirty="0" smtClean="0"/>
              <a:t>The </a:t>
            </a:r>
            <a:r>
              <a:rPr lang="en-US" dirty="0"/>
              <a:t>words are location are </a:t>
            </a:r>
            <a:r>
              <a:rPr lang="en-US" dirty="0" smtClean="0"/>
              <a:t>displayed in </a:t>
            </a:r>
            <a:r>
              <a:rPr lang="en-US" dirty="0"/>
              <a:t>blue by the web browser, success.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If I click on the blue link</a:t>
            </a:r>
            <a:r>
              <a:rPr lang="en-US" dirty="0" smtClean="0"/>
              <a:t>, the </a:t>
            </a:r>
            <a:r>
              <a:rPr lang="en-US" dirty="0"/>
              <a:t>browser opens the location.html file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You can now link different HTML </a:t>
            </a:r>
            <a:r>
              <a:rPr lang="en-US" dirty="0" err="1"/>
              <a:t>filestogether</a:t>
            </a:r>
            <a:r>
              <a:rPr lang="en-US" dirty="0"/>
              <a:t> to create your website. Best of luck.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176" y="1950138"/>
            <a:ext cx="7313647" cy="4689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Anchor Tags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141" y="2404762"/>
            <a:ext cx="5095983" cy="36506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829" y="2404762"/>
            <a:ext cx="5111371" cy="3651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</a:t>
            </a:r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HTML Elements Reference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https://developer.mozilla.org/en-US/docs/Web/HTML/Element</a:t>
            </a:r>
            <a:endParaRPr lang="en-US" dirty="0"/>
          </a:p>
          <a:p>
            <a:r>
              <a:rPr lang="en-US" b="1" dirty="0"/>
              <a:t>The Form Element (Mozilla)</a:t>
            </a:r>
            <a:endParaRPr lang="en-US" dirty="0"/>
          </a:p>
          <a:p>
            <a:r>
              <a:rPr lang="en-US" u="sng" dirty="0">
                <a:hlinkClick r:id="rId2"/>
              </a:rPr>
              <a:t>https://developer.mozilla.org/en-US/docs/Web/HTML/Element/form</a:t>
            </a:r>
            <a:endParaRPr lang="en-US" dirty="0"/>
          </a:p>
          <a:p>
            <a:r>
              <a:rPr lang="en-US" b="1" dirty="0"/>
              <a:t>What is the Document Object Model? (W3C)</a:t>
            </a:r>
            <a:endParaRPr lang="en-US" dirty="0"/>
          </a:p>
          <a:p>
            <a:r>
              <a:rPr lang="en-US" u="sng" dirty="0">
                <a:hlinkClick r:id="rId3"/>
              </a:rPr>
              <a:t>https://www.w3.org/TR/WD-DOM/introduction.html</a:t>
            </a:r>
            <a:endParaRPr lang="en-US" dirty="0"/>
          </a:p>
          <a:p>
            <a:r>
              <a:rPr lang="en-US" b="1" dirty="0"/>
              <a:t>ARIA in HTML (W3C via </a:t>
            </a:r>
            <a:r>
              <a:rPr lang="en-US" b="1" dirty="0" err="1"/>
              <a:t>Github</a:t>
            </a:r>
            <a:r>
              <a:rPr lang="en-US" b="1" dirty="0"/>
              <a:t>)</a:t>
            </a:r>
            <a:endParaRPr lang="en-US" dirty="0"/>
          </a:p>
          <a:p>
            <a:r>
              <a:rPr lang="en-US" u="sng" dirty="0">
                <a:hlinkClick r:id="rId4"/>
              </a:rPr>
              <a:t>https://w3c.github.io/html-aria/</a:t>
            </a:r>
            <a:endParaRPr lang="en-US" dirty="0"/>
          </a:p>
          <a:p>
            <a:r>
              <a:rPr lang="en-US" b="1" dirty="0"/>
              <a:t>ARIA Authoring Practices (W3C)</a:t>
            </a:r>
            <a:endParaRPr lang="en-US" dirty="0"/>
          </a:p>
          <a:p>
            <a:r>
              <a:rPr lang="en-US" u="sng" dirty="0">
                <a:hlinkClick r:id="rId5"/>
              </a:rPr>
              <a:t>https://www.w3.org/TR/wai-aria-practices-1.2/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2507</Words>
  <Application>WPS Presentation</Application>
  <PresentationFormat>Widescreen</PresentationFormat>
  <Paragraphs>71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Book Antiqua</vt:lpstr>
      <vt:lpstr>Calibri Light</vt:lpstr>
      <vt:lpstr>Calibri</vt:lpstr>
      <vt:lpstr>Microsoft YaHei</vt:lpstr>
      <vt:lpstr>Arial Unicode MS</vt:lpstr>
      <vt:lpstr>Office Theme</vt:lpstr>
      <vt:lpstr>Linking Documents</vt:lpstr>
      <vt:lpstr>Anchor Tags</vt:lpstr>
      <vt:lpstr>Anchor Tags</vt:lpstr>
      <vt:lpstr>Anchor Tags</vt:lpstr>
      <vt:lpstr>Anchor Tags</vt:lpstr>
      <vt:lpstr>Anchor Tags</vt:lpstr>
      <vt:lpstr>Anchor Tags</vt:lpstr>
      <vt:lpstr>Anchor Tags</vt:lpstr>
      <vt:lpstr>Anchor Tags</vt:lpstr>
      <vt:lpstr>PowerPoint 演示文稿</vt:lpstr>
      <vt:lpstr>Anchor Tags</vt:lpstr>
      <vt:lpstr>Anchor Tags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HTML</dc:title>
  <dc:creator>Muhammad Habib</dc:creator>
  <cp:lastModifiedBy>Shahzeb Iqbal</cp:lastModifiedBy>
  <cp:revision>110</cp:revision>
  <dcterms:created xsi:type="dcterms:W3CDTF">2023-01-31T14:12:00Z</dcterms:created>
  <dcterms:modified xsi:type="dcterms:W3CDTF">2026-10-07T03:12:12Z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6F4C853D946C499DABDB4D57709B6032_12</vt:lpwstr>
  </property>
  <property fmtid="{D5CDD505-2E9C-101B-9397-08002B2CF9AE}" pid="3" name="KSOProductBuildVer">
    <vt:lpwstr>1033-12.1.0.28485</vt:lpwstr>
  </property>
</Properties>
</file>