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7" r:id="rId3"/>
    <p:sldId id="302" r:id="rId5"/>
    <p:sldId id="303" r:id="rId6"/>
    <p:sldId id="304" r:id="rId7"/>
    <p:sldId id="305" r:id="rId8"/>
    <p:sldId id="312" r:id="rId9"/>
    <p:sldId id="306" r:id="rId10"/>
    <p:sldId id="313" r:id="rId11"/>
    <p:sldId id="307" r:id="rId12"/>
    <p:sldId id="308" r:id="rId13"/>
    <p:sldId id="309" r:id="rId14"/>
    <p:sldId id="314" r:id="rId15"/>
    <p:sldId id="310" r:id="rId16"/>
    <p:sldId id="311" r:id="rId17"/>
    <p:sldId id="296" r:id="rId18"/>
    <p:sldId id="30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B1BB4-8323-4737-9B44-39FC44F75F31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AF16DC-BA81-4DE2-A9E6-A3BD7350636C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5FC5F-10FD-4831-9B2E-58BD7DB571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3BFEE3-CBB0-4BD7-A8AA-44408482FF5B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F3441-005F-49C0-94EB-C4383C325C0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www.w3.org/TR/wai-aria-practices-1.2/" TargetMode="External"/><Relationship Id="rId4" Type="http://schemas.openxmlformats.org/officeDocument/2006/relationships/hyperlink" Target="https://w3c.github.io/html-aria/" TargetMode="External"/><Relationship Id="rId3" Type="http://schemas.openxmlformats.org/officeDocument/2006/relationships/hyperlink" Target="https://www.w3.org/TR/WD-DOM/introduction.html" TargetMode="External"/><Relationship Id="rId2" Type="http://schemas.openxmlformats.org/officeDocument/2006/relationships/hyperlink" Target="https://developer.mozilla.org/en-US/docs/Web/HTML/Element/form" TargetMode="External"/><Relationship Id="rId1" Type="http://schemas.openxmlformats.org/officeDocument/2006/relationships/hyperlink" Target="https://developer.mozilla.org/en-US/docs/Web/HTML/Element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0649" y="534259"/>
            <a:ext cx="12192000" cy="1417833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7000" b="1" dirty="0" smtClean="0"/>
              <a:t>Adding Images</a:t>
            </a:r>
            <a:endParaRPr lang="en-US" sz="5000" b="1" dirty="0"/>
          </a:p>
        </p:txBody>
      </p:sp>
      <p:sp useBgFill="1">
        <p:nvSpPr>
          <p:cNvPr id="5" name="TextBox 4"/>
          <p:cNvSpPr txBox="1"/>
          <p:nvPr/>
        </p:nvSpPr>
        <p:spPr>
          <a:xfrm>
            <a:off x="4283773" y="6083300"/>
            <a:ext cx="309880" cy="55308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7036" y="2640458"/>
            <a:ext cx="4391051" cy="2945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Adding Images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A picture is worth 1000 words as they say.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 </a:t>
            </a:r>
            <a:r>
              <a:rPr lang="en-US" dirty="0"/>
              <a:t>think you will agree that a </a:t>
            </a:r>
            <a:r>
              <a:rPr lang="en-US" dirty="0" smtClean="0"/>
              <a:t>website without </a:t>
            </a:r>
            <a:r>
              <a:rPr lang="en-US" dirty="0"/>
              <a:t>pictures wouldn't provide a very good user experience. Especially websites about food.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My </a:t>
            </a:r>
            <a:r>
              <a:rPr lang="en-US" dirty="0"/>
              <a:t>example website about </a:t>
            </a:r>
            <a:r>
              <a:rPr lang="en-US" dirty="0" smtClean="0"/>
              <a:t>“Little Lemon” could </a:t>
            </a:r>
            <a:r>
              <a:rPr lang="en-US" dirty="0"/>
              <a:t>certainly use a few images. </a:t>
            </a:r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Adding Images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In this lecture you will learn how to add images to HTML documents using the image or IMG tag as it is commonly known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I have </a:t>
            </a:r>
            <a:r>
              <a:rPr lang="en-US" dirty="0" smtClean="0"/>
              <a:t>two </a:t>
            </a:r>
            <a:r>
              <a:rPr lang="en-US" dirty="0"/>
              <a:t>image </a:t>
            </a:r>
            <a:r>
              <a:rPr lang="en-US" dirty="0" smtClean="0"/>
              <a:t>files in </a:t>
            </a:r>
            <a:r>
              <a:rPr lang="en-US" dirty="0"/>
              <a:t>my project folder, one name falafel.jpeg </a:t>
            </a:r>
            <a:r>
              <a:rPr lang="en-US" dirty="0" smtClean="0"/>
              <a:t>and another </a:t>
            </a:r>
            <a:r>
              <a:rPr lang="en-US" dirty="0"/>
              <a:t>named salad.jpeg. 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 smtClean="0"/>
              <a:t>Similar </a:t>
            </a:r>
            <a:r>
              <a:rPr lang="en-US" dirty="0"/>
              <a:t>to what I did with document links, I </a:t>
            </a:r>
            <a:r>
              <a:rPr lang="en-US" dirty="0" smtClean="0"/>
              <a:t>have to </a:t>
            </a:r>
            <a:br>
              <a:rPr lang="en-US" dirty="0" smtClean="0"/>
            </a:br>
            <a:r>
              <a:rPr lang="en-US" dirty="0" smtClean="0"/>
              <a:t>specify </a:t>
            </a:r>
            <a:r>
              <a:rPr lang="en-US" dirty="0"/>
              <a:t>the link </a:t>
            </a:r>
            <a:r>
              <a:rPr lang="en-US" dirty="0" smtClean="0"/>
              <a:t>to the </a:t>
            </a:r>
            <a:r>
              <a:rPr lang="en-US" dirty="0"/>
              <a:t>image file using the image tag.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4124" y="4274050"/>
            <a:ext cx="3317055" cy="25531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Images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Images are not inserted into web pages. Instead we use image tags </a:t>
            </a:r>
            <a:r>
              <a:rPr lang="en-US" dirty="0" smtClean="0"/>
              <a:t>in HTML </a:t>
            </a:r>
            <a:r>
              <a:rPr lang="en-US" dirty="0"/>
              <a:t>to link to image files.</a:t>
            </a: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dirty="0"/>
              <a:t>The image tag then creates a </a:t>
            </a:r>
            <a:r>
              <a:rPr lang="en-US" dirty="0" smtClean="0"/>
              <a:t>placeholder for </a:t>
            </a:r>
            <a:r>
              <a:rPr lang="en-US" dirty="0"/>
              <a:t>the image on the web page. </a:t>
            </a:r>
            <a:r>
              <a:rPr lang="en-US" dirty="0" smtClean="0"/>
              <a:t>To </a:t>
            </a:r>
            <a:r>
              <a:rPr lang="en-US" dirty="0"/>
              <a:t>add an image tag</a:t>
            </a:r>
            <a:r>
              <a:rPr lang="en-US" dirty="0" smtClean="0"/>
              <a:t>, I </a:t>
            </a:r>
            <a:r>
              <a:rPr lang="en-US" dirty="0"/>
              <a:t>type </a:t>
            </a:r>
            <a:r>
              <a:rPr lang="en-US" b="1" dirty="0" smtClean="0">
                <a:solidFill>
                  <a:srgbClr val="C00000"/>
                </a:solidFill>
              </a:rPr>
              <a:t>&lt;</a:t>
            </a:r>
            <a:r>
              <a:rPr lang="en-US" b="1" dirty="0" err="1" smtClean="0">
                <a:solidFill>
                  <a:srgbClr val="C00000"/>
                </a:solidFill>
              </a:rPr>
              <a:t>img</a:t>
            </a:r>
            <a:r>
              <a:rPr lang="en-US" b="1" dirty="0" smtClean="0">
                <a:solidFill>
                  <a:srgbClr val="C00000"/>
                </a:solidFill>
              </a:rPr>
              <a:t>&gt; </a:t>
            </a:r>
            <a:r>
              <a:rPr lang="en-US" dirty="0"/>
              <a:t>and inside it I add the </a:t>
            </a:r>
            <a:r>
              <a:rPr lang="en-US" b="1" dirty="0" smtClean="0">
                <a:solidFill>
                  <a:srgbClr val="C00000"/>
                </a:solidFill>
              </a:rPr>
              <a:t>“</a:t>
            </a:r>
            <a:r>
              <a:rPr lang="en-US" b="1" dirty="0" err="1" smtClean="0">
                <a:solidFill>
                  <a:srgbClr val="C00000"/>
                </a:solidFill>
              </a:rPr>
              <a:t>src</a:t>
            </a:r>
            <a:r>
              <a:rPr lang="en-US" b="1" dirty="0" smtClean="0">
                <a:solidFill>
                  <a:srgbClr val="C00000"/>
                </a:solidFill>
              </a:rPr>
              <a:t>” </a:t>
            </a:r>
            <a:r>
              <a:rPr lang="en-US" dirty="0"/>
              <a:t>attribute </a:t>
            </a:r>
            <a:r>
              <a:rPr lang="en-US" dirty="0" smtClean="0"/>
              <a:t>or source </a:t>
            </a:r>
            <a:r>
              <a:rPr lang="en-US" dirty="0"/>
              <a:t>attribute as it is known.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87119" y="4664467"/>
            <a:ext cx="4773574" cy="21613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Images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I type </a:t>
            </a:r>
            <a:r>
              <a:rPr lang="en-US" dirty="0" smtClean="0"/>
              <a:t>“falafel.jpeg” as </a:t>
            </a:r>
            <a:r>
              <a:rPr lang="en-US" dirty="0"/>
              <a:t>a source for one image, </a:t>
            </a:r>
            <a:r>
              <a:rPr lang="en-US" dirty="0" smtClean="0"/>
              <a:t>and “salad.jpeg”, as </a:t>
            </a:r>
            <a:r>
              <a:rPr lang="en-US" dirty="0"/>
              <a:t>a source for the other image.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Let's </a:t>
            </a:r>
            <a:r>
              <a:rPr lang="en-US" dirty="0"/>
              <a:t>save the file </a:t>
            </a:r>
            <a:r>
              <a:rPr lang="en-US" dirty="0" smtClean="0"/>
              <a:t>and open </a:t>
            </a:r>
            <a:r>
              <a:rPr lang="en-US" dirty="0"/>
              <a:t>it in the web browser. 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4205395"/>
            <a:ext cx="6070706" cy="26217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Images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images are displayed </a:t>
            </a:r>
            <a:r>
              <a:rPr lang="en-US" dirty="0" smtClean="0"/>
              <a:t>but they </a:t>
            </a:r>
            <a:r>
              <a:rPr lang="en-US" dirty="0"/>
              <a:t>are way too big. 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7875" y="2740339"/>
            <a:ext cx="4898043" cy="39161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Images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Luckily there are several </a:t>
            </a:r>
            <a:r>
              <a:rPr lang="en-US" dirty="0" smtClean="0"/>
              <a:t>ways to </a:t>
            </a:r>
            <a:r>
              <a:rPr lang="en-US" dirty="0"/>
              <a:t>set the size of an image but in this </a:t>
            </a:r>
            <a:r>
              <a:rPr lang="en-US" dirty="0" smtClean="0"/>
              <a:t>lecture </a:t>
            </a:r>
            <a:r>
              <a:rPr lang="en-US" dirty="0"/>
              <a:t>I will </a:t>
            </a:r>
            <a:r>
              <a:rPr lang="en-US" dirty="0" smtClean="0"/>
              <a:t>just demonstrate </a:t>
            </a:r>
            <a:r>
              <a:rPr lang="en-US" dirty="0"/>
              <a:t>how to do this in HTML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Right after the sourcing in the image tag, you can </a:t>
            </a:r>
            <a:r>
              <a:rPr lang="en-US" dirty="0" smtClean="0"/>
              <a:t>specify the </a:t>
            </a:r>
            <a:r>
              <a:rPr lang="en-US" dirty="0"/>
              <a:t>dimensions of an image.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 </a:t>
            </a:r>
            <a:r>
              <a:rPr lang="en-US" dirty="0"/>
              <a:t>first add the </a:t>
            </a:r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width”</a:t>
            </a:r>
            <a:r>
              <a:rPr lang="en-US" dirty="0" smtClean="0"/>
              <a:t> attribute, and </a:t>
            </a:r>
            <a:r>
              <a:rPr lang="en-US" dirty="0"/>
              <a:t>set it to 240 </a:t>
            </a:r>
            <a:r>
              <a:rPr lang="en-US" dirty="0" smtClean="0"/>
              <a:t>pixels</a:t>
            </a:r>
            <a:r>
              <a:rPr lang="en-US" dirty="0"/>
              <a:t> </a:t>
            </a:r>
            <a:r>
              <a:rPr lang="en-US" dirty="0" smtClean="0"/>
              <a:t>and then I </a:t>
            </a:r>
            <a:r>
              <a:rPr lang="en-US" dirty="0"/>
              <a:t>add the </a:t>
            </a:r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height”</a:t>
            </a:r>
            <a:r>
              <a:rPr lang="en-US" dirty="0" smtClean="0"/>
              <a:t> </a:t>
            </a:r>
            <a:r>
              <a:rPr lang="en-US" dirty="0"/>
              <a:t>attribute and set it to 135 pixels.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Images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0095" y="1839074"/>
            <a:ext cx="7011810" cy="46593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Images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I'll set the other </a:t>
            </a:r>
            <a:r>
              <a:rPr lang="en-US" dirty="0" smtClean="0"/>
              <a:t>image to </a:t>
            </a:r>
            <a:r>
              <a:rPr lang="en-US" dirty="0"/>
              <a:t>the same dimensions.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Let's </a:t>
            </a:r>
            <a:r>
              <a:rPr lang="en-US" dirty="0"/>
              <a:t>save </a:t>
            </a:r>
            <a:r>
              <a:rPr lang="en-US" dirty="0" smtClean="0"/>
              <a:t>and view </a:t>
            </a:r>
            <a:r>
              <a:rPr lang="en-US" dirty="0"/>
              <a:t>it in the browser again.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Much </a:t>
            </a:r>
            <a:r>
              <a:rPr lang="en-US" dirty="0"/>
              <a:t>better, the images are smaller now.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7024" y="2743200"/>
            <a:ext cx="4394153" cy="40839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Images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But there is one important attribute </a:t>
            </a:r>
            <a:r>
              <a:rPr lang="en-US" dirty="0" smtClean="0"/>
              <a:t>that you </a:t>
            </a:r>
            <a:r>
              <a:rPr lang="en-US" dirty="0"/>
              <a:t>should always include with image tags.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is good practice to </a:t>
            </a:r>
            <a:r>
              <a:rPr lang="en-US" dirty="0" smtClean="0"/>
              <a:t>add a </a:t>
            </a:r>
            <a:r>
              <a:rPr lang="en-US" dirty="0"/>
              <a:t>short description for images.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helps improve accessibility </a:t>
            </a:r>
            <a:r>
              <a:rPr lang="en-US" dirty="0" smtClean="0"/>
              <a:t>for people </a:t>
            </a:r>
            <a:r>
              <a:rPr lang="en-US" dirty="0"/>
              <a:t>using assistive technologies and it can also </a:t>
            </a:r>
            <a:r>
              <a:rPr lang="en-US" dirty="0" smtClean="0"/>
              <a:t>improve search </a:t>
            </a:r>
            <a:r>
              <a:rPr lang="en-US" dirty="0"/>
              <a:t>engine rankings.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Images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You can add image descriptions with </a:t>
            </a:r>
            <a:r>
              <a:rPr lang="en-US" dirty="0" smtClean="0"/>
              <a:t>the alternative </a:t>
            </a:r>
            <a:r>
              <a:rPr lang="en-US" dirty="0"/>
              <a:t>text attribute also known as the </a:t>
            </a:r>
            <a:r>
              <a:rPr lang="en-US" dirty="0" smtClean="0"/>
              <a:t>“</a:t>
            </a:r>
            <a:r>
              <a:rPr lang="en-US" b="1" dirty="0" smtClean="0">
                <a:solidFill>
                  <a:srgbClr val="C00000"/>
                </a:solidFill>
              </a:rPr>
              <a:t>alt</a:t>
            </a:r>
            <a:r>
              <a:rPr lang="en-US" dirty="0" smtClean="0"/>
              <a:t>” attribute</a:t>
            </a:r>
            <a:r>
              <a:rPr lang="en-US" dirty="0"/>
              <a:t>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Still </a:t>
            </a:r>
            <a:r>
              <a:rPr lang="en-US" dirty="0"/>
              <a:t>within the image tag </a:t>
            </a:r>
            <a:r>
              <a:rPr lang="en-US" dirty="0" smtClean="0"/>
              <a:t>after the </a:t>
            </a:r>
            <a:r>
              <a:rPr lang="en-US" dirty="0"/>
              <a:t>dimensions attributes you can add the </a:t>
            </a:r>
            <a:r>
              <a:rPr lang="en-US" dirty="0" smtClean="0"/>
              <a:t>“alt” attribute</a:t>
            </a:r>
            <a:r>
              <a:rPr lang="en-US" dirty="0"/>
              <a:t>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 </a:t>
            </a:r>
            <a:r>
              <a:rPr lang="en-US" dirty="0"/>
              <a:t>will type a short description</a:t>
            </a:r>
            <a:r>
              <a:rPr lang="en-US" dirty="0" smtClean="0"/>
              <a:t>, “A falafel” </a:t>
            </a:r>
            <a:r>
              <a:rPr lang="en-US" dirty="0"/>
              <a:t>and for the other image I will type</a:t>
            </a:r>
            <a:r>
              <a:rPr lang="en-US" dirty="0" smtClean="0"/>
              <a:t>, “A </a:t>
            </a:r>
            <a:r>
              <a:rPr lang="en-US" dirty="0"/>
              <a:t>pasta </a:t>
            </a:r>
            <a:r>
              <a:rPr lang="en-US" dirty="0" smtClean="0"/>
              <a:t>salad”. 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Images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680" y="2147299"/>
            <a:ext cx="8260640" cy="3958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Images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I will save the Html file again and open it in the web browser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“alt” </a:t>
            </a:r>
            <a:r>
              <a:rPr lang="en-US" dirty="0"/>
              <a:t>text is not </a:t>
            </a:r>
            <a:r>
              <a:rPr lang="en-US" dirty="0" smtClean="0"/>
              <a:t>displayed anywhere </a:t>
            </a:r>
            <a:r>
              <a:rPr lang="en-US" dirty="0"/>
              <a:t>on the site but will be read by </a:t>
            </a:r>
            <a:r>
              <a:rPr lang="en-US" dirty="0" smtClean="0"/>
              <a:t>assistive technologies </a:t>
            </a:r>
            <a:r>
              <a:rPr lang="en-US" dirty="0"/>
              <a:t>such as screen readers.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1333" y="4301693"/>
            <a:ext cx="3889571" cy="25152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Adding Images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Screen readers and other </a:t>
            </a:r>
            <a:r>
              <a:rPr lang="en-US" dirty="0" smtClean="0"/>
              <a:t>accessibility tools </a:t>
            </a:r>
            <a:r>
              <a:rPr lang="en-US" dirty="0"/>
              <a:t>use the altar tribute to provide information to their users.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Now </a:t>
            </a:r>
            <a:r>
              <a:rPr lang="en-US" dirty="0"/>
              <a:t>you know how to add </a:t>
            </a:r>
            <a:r>
              <a:rPr lang="en-US" dirty="0" smtClean="0"/>
              <a:t>images to </a:t>
            </a:r>
            <a:r>
              <a:rPr lang="en-US" dirty="0"/>
              <a:t>websites with the image tag.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Little </a:t>
            </a:r>
            <a:r>
              <a:rPr lang="en-US" dirty="0"/>
              <a:t>Lemon website is now ready </a:t>
            </a:r>
            <a:r>
              <a:rPr lang="en-US" dirty="0" smtClean="0"/>
              <a:t>for everyone </a:t>
            </a:r>
            <a:r>
              <a:rPr lang="en-US" dirty="0"/>
              <a:t>who uses the web.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Have </a:t>
            </a:r>
            <a:r>
              <a:rPr lang="en-US" dirty="0"/>
              <a:t>fun while you make </a:t>
            </a:r>
            <a:r>
              <a:rPr lang="en-US" dirty="0" smtClean="0"/>
              <a:t>your sites </a:t>
            </a:r>
            <a:r>
              <a:rPr lang="en-US" dirty="0"/>
              <a:t>colorful by adding images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</a:t>
            </a:r>
            <a:r>
              <a:rPr lang="en-US" dirty="0" smtClean="0"/>
              <a:t>Resources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smtClean="0"/>
              <a:t>Learn </a:t>
            </a:r>
            <a:r>
              <a:rPr lang="en-US" b="1" dirty="0"/>
              <a:t>more </a:t>
            </a:r>
            <a:r>
              <a:rPr lang="en-US" dirty="0"/>
              <a:t>Here is a list of resources that may be helpful as you continue your learning journey.</a:t>
            </a:r>
            <a:endParaRPr lang="en-US" dirty="0"/>
          </a:p>
          <a:p>
            <a:r>
              <a:rPr lang="en-US" b="1" dirty="0"/>
              <a:t>HTML Elements Reference (Mozilla)</a:t>
            </a:r>
            <a:endParaRPr lang="en-US" dirty="0"/>
          </a:p>
          <a:p>
            <a:r>
              <a:rPr lang="en-US" u="sng" dirty="0">
                <a:hlinkClick r:id="rId1"/>
              </a:rPr>
              <a:t>https://developer.mozilla.org/en-US/docs/Web/HTML/Element</a:t>
            </a:r>
            <a:endParaRPr lang="en-US" dirty="0"/>
          </a:p>
          <a:p>
            <a:r>
              <a:rPr lang="en-US" b="1" dirty="0"/>
              <a:t>The Form Element (Mozilla)</a:t>
            </a:r>
            <a:endParaRPr lang="en-US" dirty="0"/>
          </a:p>
          <a:p>
            <a:r>
              <a:rPr lang="en-US" u="sng" dirty="0">
                <a:hlinkClick r:id="rId2"/>
              </a:rPr>
              <a:t>https://developer.mozilla.org/en-US/docs/Web/HTML/Element/form</a:t>
            </a:r>
            <a:endParaRPr lang="en-US" dirty="0"/>
          </a:p>
          <a:p>
            <a:r>
              <a:rPr lang="en-US" b="1" dirty="0"/>
              <a:t>What is the Document Object Model? (W3C)</a:t>
            </a:r>
            <a:endParaRPr lang="en-US" dirty="0"/>
          </a:p>
          <a:p>
            <a:r>
              <a:rPr lang="en-US" u="sng" dirty="0">
                <a:hlinkClick r:id="rId3"/>
              </a:rPr>
              <a:t>https://www.w3.org/TR/WD-DOM/introduction.html</a:t>
            </a:r>
            <a:endParaRPr lang="en-US" dirty="0"/>
          </a:p>
          <a:p>
            <a:r>
              <a:rPr lang="en-US" b="1" dirty="0"/>
              <a:t>ARIA in HTML (W3C via </a:t>
            </a:r>
            <a:r>
              <a:rPr lang="en-US" b="1" dirty="0" err="1"/>
              <a:t>Github</a:t>
            </a:r>
            <a:r>
              <a:rPr lang="en-US" b="1" dirty="0"/>
              <a:t>)</a:t>
            </a:r>
            <a:endParaRPr lang="en-US" dirty="0"/>
          </a:p>
          <a:p>
            <a:r>
              <a:rPr lang="en-US" u="sng" dirty="0">
                <a:hlinkClick r:id="rId4"/>
              </a:rPr>
              <a:t>https://w3c.github.io/html-aria/</a:t>
            </a:r>
            <a:endParaRPr lang="en-US" dirty="0"/>
          </a:p>
          <a:p>
            <a:r>
              <a:rPr lang="en-US" b="1" dirty="0"/>
              <a:t>ARIA Authoring Practices (W3C)</a:t>
            </a:r>
            <a:endParaRPr lang="en-US" dirty="0"/>
          </a:p>
          <a:p>
            <a:r>
              <a:rPr lang="en-US" u="sng" dirty="0">
                <a:hlinkClick r:id="rId5"/>
              </a:rPr>
              <a:t>https://www.w3.org/TR/wai-aria-practices-1.2/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500" y="2679699"/>
            <a:ext cx="9144000" cy="1122363"/>
          </a:xfrm>
        </p:spPr>
        <p:txBody>
          <a:bodyPr/>
          <a:lstStyle/>
          <a:p>
            <a:r>
              <a:rPr lang="en-US" b="1" dirty="0" smtClean="0">
                <a:latin typeface="Book Antiqua" panose="02040602050305030304" pitchFamily="18" charset="0"/>
              </a:rPr>
              <a:t>Thank You</a:t>
            </a:r>
            <a:endParaRPr lang="en-US" b="1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3265</Words>
  <Application>WPS Presentation</Application>
  <PresentationFormat>Widescreen</PresentationFormat>
  <Paragraphs>85</Paragraphs>
  <Slides>16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SimSun</vt:lpstr>
      <vt:lpstr>Wingdings</vt:lpstr>
      <vt:lpstr>Book Antiqua</vt:lpstr>
      <vt:lpstr>Calibri Light</vt:lpstr>
      <vt:lpstr>Calibri</vt:lpstr>
      <vt:lpstr>Microsoft YaHei</vt:lpstr>
      <vt:lpstr>Arial Unicode MS</vt:lpstr>
      <vt:lpstr>Office Theme</vt:lpstr>
      <vt:lpstr>Adding Images</vt:lpstr>
      <vt:lpstr>Adding Images</vt:lpstr>
      <vt:lpstr>Adding Images</vt:lpstr>
      <vt:lpstr>Adding Images</vt:lpstr>
      <vt:lpstr>Adding Images</vt:lpstr>
      <vt:lpstr>Adding Images</vt:lpstr>
      <vt:lpstr>Adding Images</vt:lpstr>
      <vt:lpstr>Adding Images</vt:lpstr>
      <vt:lpstr>Adding Images</vt:lpstr>
      <vt:lpstr>Adding Images</vt:lpstr>
      <vt:lpstr>Adding Images</vt:lpstr>
      <vt:lpstr>Adding Images</vt:lpstr>
      <vt:lpstr>Adding Images</vt:lpstr>
      <vt:lpstr>Adding Images</vt:lpstr>
      <vt:lpstr>Additional Resources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Getting Started with HTML</dc:title>
  <dc:creator>Muhammad Habib</dc:creator>
  <cp:lastModifiedBy>Shahzeb Iqbal</cp:lastModifiedBy>
  <cp:revision>131</cp:revision>
  <dcterms:created xsi:type="dcterms:W3CDTF">2023-01-31T14:12:00Z</dcterms:created>
  <dcterms:modified xsi:type="dcterms:W3CDTF">2026-10-07T04:13:25Z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E70C37BE03D047739FAAC968AC7430DB_12</vt:lpwstr>
  </property>
</Properties>
</file>