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1" r:id="rId10"/>
    <p:sldId id="262" r:id="rId11"/>
    <p:sldId id="264" r:id="rId12"/>
    <p:sldId id="265" r:id="rId13"/>
    <p:sldId id="266" r:id="rId14"/>
    <p:sldId id="267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7C96F-36CA-4E21-8B35-5137F3AD151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F343D-90B3-474F-825D-EC0C47816A0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67232-0DEF-4CDF-A576-5FA1E11424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D999F-0616-42B9-A921-D7D08EAEE8E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rowser_engine" TargetMode="External"/><Relationship Id="rId4" Type="http://schemas.openxmlformats.org/officeDocument/2006/relationships/hyperlink" Target="https://youtu.be/mxT233EdY5c" TargetMode="External"/><Relationship Id="rId3" Type="http://schemas.openxmlformats.org/officeDocument/2006/relationships/hyperlink" Target="https://youtu.be/21eFwbb48sE" TargetMode="External"/><Relationship Id="rId2" Type="http://schemas.openxmlformats.org/officeDocument/2006/relationships/hyperlink" Target="https://www.mozilla.org/en-US/firefox/browsers/what-is-a-browser/" TargetMode="External"/><Relationship Id="rId1" Type="http://schemas.openxmlformats.org/officeDocument/2006/relationships/hyperlink" Target="https://www.nginx.com/resources/glossary/web-server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73420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7000" b="1" dirty="0" smtClean="0"/>
              <a:t>How the Web Works?</a:t>
            </a:r>
            <a:endParaRPr lang="en-US" sz="7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808" y="2413322"/>
            <a:ext cx="4646517" cy="2990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the Internet Works?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000" i="1" dirty="0" smtClean="0"/>
              <a:t>Did you ever find yourself searching for something online? </a:t>
            </a:r>
            <a:endParaRPr lang="en-US" sz="3000" i="1" dirty="0" smtClean="0"/>
          </a:p>
          <a:p>
            <a:pPr algn="just">
              <a:lnSpc>
                <a:spcPct val="150000"/>
              </a:lnSpc>
            </a:pPr>
            <a:r>
              <a:rPr lang="en-US" sz="3000" i="1" dirty="0" smtClean="0"/>
              <a:t>How long does it take to get a response from your search? </a:t>
            </a:r>
            <a:endParaRPr lang="en-US" sz="3000" i="1" dirty="0" smtClean="0"/>
          </a:p>
          <a:p>
            <a:pPr algn="just">
              <a:lnSpc>
                <a:spcPct val="150000"/>
              </a:lnSpc>
            </a:pPr>
            <a:r>
              <a:rPr lang="en-US" sz="3000" i="1" dirty="0" smtClean="0"/>
              <a:t>You search for something and you get a response back in no time. </a:t>
            </a:r>
            <a:endParaRPr lang="en-US" sz="3000" i="1" dirty="0" smtClean="0"/>
          </a:p>
          <a:p>
            <a:pPr algn="just">
              <a:lnSpc>
                <a:spcPct val="150000"/>
              </a:lnSpc>
            </a:pPr>
            <a:r>
              <a:rPr lang="en-US" sz="3000" i="1" dirty="0" smtClean="0"/>
              <a:t>That's really something, isn't it? </a:t>
            </a:r>
            <a:endParaRPr lang="en-US" sz="3000" i="1" dirty="0" smtClean="0"/>
          </a:p>
          <a:p>
            <a:pPr algn="just">
              <a:lnSpc>
                <a:spcPct val="150000"/>
              </a:lnSpc>
            </a:pPr>
            <a:r>
              <a:rPr lang="en-US" sz="3000" i="1" dirty="0" smtClean="0"/>
              <a:t>But did you ever think about how it all happens?</a:t>
            </a:r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4161" y="4837344"/>
            <a:ext cx="3236363" cy="1474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Let's start at the beginning.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open your favorite browser/app on your device and you're instantly connected to the world.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is all made possible because two devices connect and communicate via a wired or wireless connection, forming something called a network.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406" y="635526"/>
            <a:ext cx="1192181" cy="21103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889" y="5619964"/>
            <a:ext cx="4845698" cy="1022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You can connect multiple devices to this network.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But this becomes very complicated very quickly, as each device needs to connect to every other device to communicate effectively.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593" y="4155631"/>
            <a:ext cx="7150813" cy="2702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 Switch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This problem is solved by something called a network switch that connects multiple devices and allows them to communicate with each other.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581" y="365125"/>
            <a:ext cx="1870752" cy="1561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828" y="3811713"/>
            <a:ext cx="8076344" cy="2682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 Switch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The network switch can connect to other network switches, and now two networks can connect.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118" y="3430038"/>
            <a:ext cx="7877763" cy="3308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Interconnected Network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These network switches then connect to more network switches until you have something called an interconnected network.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418" y="3304480"/>
            <a:ext cx="7282113" cy="355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Internet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This interconnected network has another name that you might be familiar with.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It's called the</a:t>
            </a:r>
            <a:r>
              <a:rPr lang="en-US" b="1" dirty="0" smtClean="0"/>
              <a:t> Internet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624" y="4222679"/>
            <a:ext cx="2514376" cy="2635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Client-Server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When we use websites or video streaming services on the Internet, these are provided by computers called servers.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Our devices are called clients. This is known as the client-server model.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510" y="4183201"/>
            <a:ext cx="5000357" cy="260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Internet connects the entire world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1930400"/>
            <a:ext cx="952500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Internet connects the entire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Internet connects the entire world.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Have you ever had a video call with someone on another continent?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That video data travel through large undersea cables connecting the world's networks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These cables can transfer huge volumes of data per second.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Internet connects the entire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There </a:t>
            </a:r>
            <a:r>
              <a:rPr lang="en-US" dirty="0" smtClean="0"/>
              <a:t>are a lot more technical details that go into making the Internet possible.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But this is the main idea.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Hopefully, this gave you the big picture of how the Internet works.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800" spc="-10" dirty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kern="1800" spc="-10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2"/>
            <a:ext cx="10515600" cy="511853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dirty="0" smtClean="0"/>
              <a:t>L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earn more</a:t>
            </a:r>
            <a:r>
              <a:rPr lang="en-US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Here is a list of resources that may be helpful as you continue your learning journey.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Server? (NGINX)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https://www.nginx.com/resources/glossary/web-server/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Browser? (Mozilla)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https://www.mozilla.org/en-US/firefox/browsers/what-is-a-browser/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Who invented the Internet? And why? (</a:t>
            </a:r>
            <a:r>
              <a:rPr lang="en-US" b="1" dirty="0" err="1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Kurzgesagt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https://youtu.be/21eFwbb48sE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Cloud Computing? (Amazon)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https://youtu.be/mxT233EdY5c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Browser Engines (Wikipedia)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https://en.wikipedia.org/wiki/Browser_engine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2522</Words>
  <Application>WPS Presentation</Application>
  <PresentationFormat>Widescreen</PresentationFormat>
  <Paragraphs>76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unset</vt:lpstr>
      <vt:lpstr>Segoe Print</vt:lpstr>
      <vt:lpstr>Calibri</vt:lpstr>
      <vt:lpstr>Book Antiqua</vt:lpstr>
      <vt:lpstr>Calibri Light</vt:lpstr>
      <vt:lpstr>Microsoft YaHei</vt:lpstr>
      <vt:lpstr>Arial Unicode MS</vt:lpstr>
      <vt:lpstr>Office Theme</vt:lpstr>
      <vt:lpstr>How the Web Works?</vt:lpstr>
      <vt:lpstr>How the Internet Works?</vt:lpstr>
      <vt:lpstr>Network</vt:lpstr>
      <vt:lpstr>Network</vt:lpstr>
      <vt:lpstr>Network Switch</vt:lpstr>
      <vt:lpstr>Network Switch</vt:lpstr>
      <vt:lpstr>Interconnected Network</vt:lpstr>
      <vt:lpstr>The Internet</vt:lpstr>
      <vt:lpstr>Client-Server Model</vt:lpstr>
      <vt:lpstr>Internet connects the entire world</vt:lpstr>
      <vt:lpstr>Internet connects the entire world</vt:lpstr>
      <vt:lpstr>Internet connects the entire world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Internet Works?</dc:title>
  <dc:creator>Muhammad Habib</dc:creator>
  <cp:lastModifiedBy>Shahzeb Iqbal</cp:lastModifiedBy>
  <cp:revision>16</cp:revision>
  <dcterms:created xsi:type="dcterms:W3CDTF">2023-09-24T05:41:00Z</dcterms:created>
  <dcterms:modified xsi:type="dcterms:W3CDTF">2026-09-08T14:19:53Z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DE49865EBF9F4877B24D7B1A08F09578_12</vt:lpwstr>
  </property>
  <property fmtid="{D5CDD505-2E9C-101B-9397-08002B2CF9AE}" pid="3" name="KSOProductBuildVer">
    <vt:lpwstr>1033-12.1.0.28485</vt:lpwstr>
  </property>
</Properties>
</file>